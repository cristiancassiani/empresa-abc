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1367" y="1964267"/>
            <a:ext cx="7195852" cy="2421464"/>
          </a:xfrm>
        </p:spPr>
        <p:txBody>
          <a:bodyPr anchor="b">
            <a:normAutofit/>
          </a:bodyPr>
          <a:lstStyle>
            <a:lvl1pPr algn="r">
              <a:defRPr sz="4799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367" y="4385733"/>
            <a:ext cx="7195852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799" cap="all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0232" y="5870576"/>
            <a:ext cx="159978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1367" y="5870576"/>
            <a:ext cx="4892684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6196" y="5870576"/>
            <a:ext cx="551023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32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1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3308581"/>
            <a:ext cx="10128789" cy="1468800"/>
          </a:xfrm>
        </p:spPr>
        <p:txBody>
          <a:bodyPr anchor="b"/>
          <a:lstStyle>
            <a:lvl1pPr algn="l">
              <a:defRPr sz="3999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7381"/>
            <a:ext cx="101287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 cap="all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3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3" y="2142067"/>
            <a:ext cx="4994033" cy="364913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0379" y="2142068"/>
            <a:ext cx="4994031" cy="364913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01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416" y="2218267"/>
            <a:ext cx="470782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3" y="2870201"/>
            <a:ext cx="4995622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6" y="2226734"/>
            <a:ext cx="472158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1967" y="2870201"/>
            <a:ext cx="4994033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1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7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2074333"/>
            <a:ext cx="3679926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6991" y="609601"/>
            <a:ext cx="6167419" cy="5181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445933"/>
            <a:ext cx="3679926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4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600200"/>
            <a:ext cx="6163048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4290" y="914400"/>
            <a:ext cx="328012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2971800"/>
            <a:ext cx="6163048" cy="1828800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4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4732865"/>
            <a:ext cx="1012878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243" y="932112"/>
            <a:ext cx="8757546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299603"/>
            <a:ext cx="10128789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9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3124199"/>
          </a:xfrm>
        </p:spPr>
        <p:txBody>
          <a:bodyPr anchor="ctr">
            <a:normAutofit/>
          </a:bodyPr>
          <a:lstStyle>
            <a:lvl1pPr algn="l">
              <a:defRPr sz="31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8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589" y="3352800"/>
            <a:ext cx="933675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287" y="4343400"/>
            <a:ext cx="1014972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96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4" y="3308581"/>
            <a:ext cx="10128787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4777381"/>
            <a:ext cx="1012878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18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1" y="3886200"/>
            <a:ext cx="10132797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5200"/>
            <a:ext cx="10132797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37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2" y="3505200"/>
            <a:ext cx="1012879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201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6420" y="609600"/>
            <a:ext cx="2157990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609600"/>
            <a:ext cx="7830076" cy="518160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9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3" y="2142068"/>
            <a:ext cx="1012878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7423" y="5870576"/>
            <a:ext cx="159978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2" y="5870576"/>
            <a:ext cx="782562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3387" y="5870576"/>
            <a:ext cx="55102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91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 Empresarial con Colores Vibr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83" y="2147977"/>
            <a:ext cx="4020427" cy="29761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/>
          <p:cNvSpPr txBox="1"/>
          <p:nvPr/>
        </p:nvSpPr>
        <p:spPr>
          <a:xfrm>
            <a:off x="2621265" y="1233577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rPr dirty="0" err="1"/>
              <a:t>Empresas</a:t>
            </a:r>
            <a:r>
              <a:rPr dirty="0"/>
              <a:t> ABC - </a:t>
            </a:r>
            <a:r>
              <a:rPr dirty="0" err="1"/>
              <a:t>Tienda</a:t>
            </a:r>
            <a:r>
              <a:rPr dirty="0"/>
              <a:t>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215" y="412661"/>
            <a:ext cx="8229600" cy="1143000"/>
          </a:xfrm>
        </p:spPr>
        <p:txBody>
          <a:bodyPr/>
          <a:lstStyle/>
          <a:p>
            <a:r>
              <a:rPr dirty="0" err="1"/>
              <a:t>Objetivo</a:t>
            </a:r>
            <a:r>
              <a:rPr dirty="0"/>
              <a:t> del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668" y="746185"/>
            <a:ext cx="8229600" cy="4525963"/>
          </a:xfrm>
        </p:spPr>
        <p:txBody>
          <a:bodyPr/>
          <a:lstStyle/>
          <a:p>
            <a:r>
              <a:rPr dirty="0" err="1" smtClean="0"/>
              <a:t>Brindar</a:t>
            </a:r>
            <a:r>
              <a:rPr dirty="0" smtClean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de </a:t>
            </a:r>
            <a:r>
              <a:rPr dirty="0" err="1"/>
              <a:t>comercio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 para la </a:t>
            </a:r>
            <a:r>
              <a:rPr dirty="0" err="1"/>
              <a:t>venta</a:t>
            </a:r>
            <a:r>
              <a:rPr dirty="0"/>
              <a:t> de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tecnológicos</a:t>
            </a:r>
            <a:r>
              <a:rPr dirty="0"/>
              <a:t>.</a:t>
            </a:r>
          </a:p>
          <a:p>
            <a:r>
              <a:rPr dirty="0" err="1" smtClean="0"/>
              <a:t>Permitir</a:t>
            </a:r>
            <a:r>
              <a:rPr dirty="0" smtClean="0"/>
              <a:t> </a:t>
            </a:r>
            <a:r>
              <a:rPr dirty="0"/>
              <a:t>a los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registrarse</a:t>
            </a:r>
            <a:r>
              <a:rPr dirty="0"/>
              <a:t>, </a:t>
            </a:r>
            <a:r>
              <a:rPr dirty="0" err="1"/>
              <a:t>agregar</a:t>
            </a:r>
            <a:r>
              <a:rPr dirty="0"/>
              <a:t> </a:t>
            </a:r>
            <a:r>
              <a:rPr dirty="0" err="1"/>
              <a:t>productos</a:t>
            </a:r>
            <a:r>
              <a:rPr dirty="0"/>
              <a:t> al </a:t>
            </a:r>
            <a:r>
              <a:rPr dirty="0" err="1"/>
              <a:t>carrito</a:t>
            </a:r>
            <a:r>
              <a:rPr dirty="0"/>
              <a:t> y </a:t>
            </a:r>
            <a:r>
              <a:rPr dirty="0" err="1"/>
              <a:t>marcar</a:t>
            </a:r>
            <a:r>
              <a:rPr dirty="0"/>
              <a:t> </a:t>
            </a:r>
            <a:r>
              <a:rPr dirty="0" err="1"/>
              <a:t>favoritos</a:t>
            </a:r>
            <a:r>
              <a:rPr dirty="0"/>
              <a:t>.</a:t>
            </a:r>
          </a:p>
          <a:p>
            <a:r>
              <a:rPr dirty="0" err="1" smtClean="0"/>
              <a:t>Gestionar</a:t>
            </a:r>
            <a:r>
              <a:rPr dirty="0" smtClean="0"/>
              <a:t> </a:t>
            </a:r>
            <a:r>
              <a:rPr dirty="0" err="1"/>
              <a:t>compras</a:t>
            </a:r>
            <a:r>
              <a:rPr dirty="0"/>
              <a:t> de forma </a:t>
            </a:r>
            <a:r>
              <a:rPr dirty="0" err="1"/>
              <a:t>rápida</a:t>
            </a:r>
            <a:r>
              <a:rPr dirty="0"/>
              <a:t> y </a:t>
            </a:r>
            <a:r>
              <a:rPr dirty="0" err="1"/>
              <a:t>amigable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5064" y="429914"/>
            <a:ext cx="8229600" cy="1143000"/>
          </a:xfrm>
        </p:spPr>
        <p:txBody>
          <a:bodyPr/>
          <a:lstStyle/>
          <a:p>
            <a:r>
              <a:rPr dirty="0" err="1"/>
              <a:t>Registro</a:t>
            </a:r>
            <a:r>
              <a:rPr dirty="0"/>
              <a:t> de Usuario</a:t>
            </a:r>
          </a:p>
        </p:txBody>
      </p:sp>
      <p:pic>
        <p:nvPicPr>
          <p:cNvPr id="3" name="Picture 2" descr="85748db9-8e90-49ea-8db0-83e0a09dcbac.png"/>
          <p:cNvPicPr>
            <a:picLocks noChangeAspect="1"/>
          </p:cNvPicPr>
          <p:nvPr/>
        </p:nvPicPr>
        <p:blipFill rotWithShape="1">
          <a:blip r:embed="rId2"/>
          <a:srcRect l="118" t="8517" r="707" b="3651"/>
          <a:stretch/>
        </p:blipFill>
        <p:spPr>
          <a:xfrm>
            <a:off x="2216989" y="1932317"/>
            <a:ext cx="7254816" cy="35282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329" y="404035"/>
            <a:ext cx="8229600" cy="1143000"/>
          </a:xfrm>
        </p:spPr>
        <p:txBody>
          <a:bodyPr/>
          <a:lstStyle/>
          <a:p>
            <a:r>
              <a:rPr dirty="0" err="1"/>
              <a:t>Catálogo</a:t>
            </a:r>
            <a:r>
              <a:rPr dirty="0"/>
              <a:t> de </a:t>
            </a:r>
            <a:r>
              <a:rPr dirty="0" err="1"/>
              <a:t>Productos</a:t>
            </a:r>
            <a:endParaRPr dirty="0"/>
          </a:p>
        </p:txBody>
      </p:sp>
      <p:pic>
        <p:nvPicPr>
          <p:cNvPr id="3" name="Picture 2" descr="30028c65-72ea-47e5-9e37-5768570704a5.png"/>
          <p:cNvPicPr>
            <a:picLocks noChangeAspect="1"/>
          </p:cNvPicPr>
          <p:nvPr/>
        </p:nvPicPr>
        <p:blipFill rotWithShape="1">
          <a:blip r:embed="rId2"/>
          <a:srcRect l="707" t="9224" r="1061" b="9643"/>
          <a:stretch/>
        </p:blipFill>
        <p:spPr>
          <a:xfrm>
            <a:off x="2587924" y="2165230"/>
            <a:ext cx="7185803" cy="3338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754" y="550684"/>
            <a:ext cx="8229600" cy="1143000"/>
          </a:xfrm>
        </p:spPr>
        <p:txBody>
          <a:bodyPr/>
          <a:lstStyle/>
          <a:p>
            <a:r>
              <a:rPr dirty="0" err="1"/>
              <a:t>Carrito</a:t>
            </a:r>
            <a:r>
              <a:rPr dirty="0"/>
              <a:t> de </a:t>
            </a:r>
            <a:r>
              <a:rPr dirty="0" err="1"/>
              <a:t>Compras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3252" y="918713"/>
            <a:ext cx="8229600" cy="4525963"/>
          </a:xfrm>
        </p:spPr>
        <p:txBody>
          <a:bodyPr/>
          <a:lstStyle/>
          <a:p>
            <a:r>
              <a:rPr dirty="0" smtClean="0"/>
              <a:t> </a:t>
            </a:r>
            <a:r>
              <a:rPr dirty="0" err="1"/>
              <a:t>Visualización</a:t>
            </a:r>
            <a:r>
              <a:rPr dirty="0"/>
              <a:t> de los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seleccionados</a:t>
            </a:r>
            <a:r>
              <a:rPr dirty="0"/>
              <a:t>.</a:t>
            </a:r>
          </a:p>
          <a:p>
            <a:r>
              <a:rPr dirty="0" smtClean="0"/>
              <a:t> </a:t>
            </a:r>
            <a:r>
              <a:rPr dirty="0" err="1"/>
              <a:t>Cálculo</a:t>
            </a:r>
            <a:r>
              <a:rPr dirty="0"/>
              <a:t> del total.</a:t>
            </a:r>
          </a:p>
          <a:p>
            <a:r>
              <a:rPr dirty="0" smtClean="0"/>
              <a:t> </a:t>
            </a:r>
            <a:r>
              <a:rPr dirty="0" err="1"/>
              <a:t>Botones</a:t>
            </a:r>
            <a:r>
              <a:rPr dirty="0"/>
              <a:t> para </a:t>
            </a:r>
            <a:r>
              <a:rPr dirty="0" err="1"/>
              <a:t>confirmar</a:t>
            </a:r>
            <a:r>
              <a:rPr dirty="0"/>
              <a:t> o </a:t>
            </a:r>
            <a:r>
              <a:rPr dirty="0" err="1"/>
              <a:t>vaciar</a:t>
            </a:r>
            <a:r>
              <a:rPr dirty="0"/>
              <a:t> la </a:t>
            </a:r>
            <a:r>
              <a:rPr dirty="0" err="1"/>
              <a:t>compra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668" y="404035"/>
            <a:ext cx="8229600" cy="1143000"/>
          </a:xfrm>
        </p:spPr>
        <p:txBody>
          <a:bodyPr/>
          <a:lstStyle/>
          <a:p>
            <a:r>
              <a:rPr dirty="0" err="1"/>
              <a:t>Mejoras</a:t>
            </a:r>
            <a:r>
              <a:rPr dirty="0"/>
              <a:t> y </a:t>
            </a:r>
            <a:r>
              <a:rPr dirty="0" err="1"/>
              <a:t>Próximos</a:t>
            </a:r>
            <a:r>
              <a:rPr dirty="0"/>
              <a:t> </a:t>
            </a:r>
            <a:r>
              <a:rPr dirty="0" err="1"/>
              <a:t>Pasos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988" y="754811"/>
            <a:ext cx="8229600" cy="4525963"/>
          </a:xfrm>
        </p:spPr>
        <p:txBody>
          <a:bodyPr/>
          <a:lstStyle/>
          <a:p>
            <a:r>
              <a:rPr dirty="0" smtClean="0"/>
              <a:t> </a:t>
            </a:r>
            <a:r>
              <a:rPr dirty="0" err="1"/>
              <a:t>Validaciones</a:t>
            </a:r>
            <a:r>
              <a:rPr dirty="0"/>
              <a:t> </a:t>
            </a:r>
            <a:r>
              <a:rPr dirty="0" err="1"/>
              <a:t>estrictas</a:t>
            </a:r>
            <a:r>
              <a:rPr dirty="0"/>
              <a:t> en el </a:t>
            </a:r>
            <a:r>
              <a:rPr dirty="0" err="1"/>
              <a:t>formulario</a:t>
            </a:r>
            <a:r>
              <a:rPr dirty="0"/>
              <a:t> de </a:t>
            </a:r>
            <a:r>
              <a:rPr dirty="0" err="1"/>
              <a:t>registro</a:t>
            </a:r>
            <a:r>
              <a:rPr dirty="0"/>
              <a:t>.</a:t>
            </a:r>
          </a:p>
          <a:p>
            <a:r>
              <a:rPr dirty="0" smtClean="0"/>
              <a:t> </a:t>
            </a:r>
            <a:r>
              <a:rPr dirty="0" err="1"/>
              <a:t>Confirmación</a:t>
            </a:r>
            <a:r>
              <a:rPr dirty="0"/>
              <a:t> de </a:t>
            </a:r>
            <a:r>
              <a:rPr dirty="0" err="1"/>
              <a:t>pedidos</a:t>
            </a:r>
            <a:r>
              <a:rPr dirty="0"/>
              <a:t> con </a:t>
            </a:r>
            <a:r>
              <a:rPr dirty="0" err="1"/>
              <a:t>integración</a:t>
            </a:r>
            <a:r>
              <a:rPr dirty="0"/>
              <a:t> a base de datos MySQL</a:t>
            </a:r>
            <a:r>
              <a:rPr dirty="0" smtClean="0"/>
              <a:t>.</a:t>
            </a:r>
            <a:endParaRPr dirty="0"/>
          </a:p>
          <a:p>
            <a:r>
              <a:rPr dirty="0" smtClean="0"/>
              <a:t> </a:t>
            </a:r>
            <a:r>
              <a:rPr dirty="0"/>
              <a:t>Panel de </a:t>
            </a:r>
            <a:r>
              <a:rPr dirty="0" err="1"/>
              <a:t>administración</a:t>
            </a:r>
            <a:r>
              <a:rPr dirty="0"/>
              <a:t> para </a:t>
            </a:r>
            <a:r>
              <a:rPr dirty="0" err="1"/>
              <a:t>visualizar</a:t>
            </a:r>
            <a:r>
              <a:rPr dirty="0"/>
              <a:t> </a:t>
            </a:r>
            <a:r>
              <a:rPr dirty="0" err="1"/>
              <a:t>pedidos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16</TotalTime>
  <Words>106</Words>
  <Application>Microsoft Office PowerPoint</Application>
  <PresentationFormat>Personalizado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Presentación de PowerPoint</vt:lpstr>
      <vt:lpstr>Objetivo del Software</vt:lpstr>
      <vt:lpstr>Registro de Usuario</vt:lpstr>
      <vt:lpstr>Catálogo de Productos</vt:lpstr>
      <vt:lpstr>Carrito de Compras</vt:lpstr>
      <vt:lpstr>Mejoras y Próximos Pasos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Usuario de Windows</cp:lastModifiedBy>
  <cp:revision>3</cp:revision>
  <dcterms:created xsi:type="dcterms:W3CDTF">2013-01-27T09:14:16Z</dcterms:created>
  <dcterms:modified xsi:type="dcterms:W3CDTF">2025-05-03T00:21:06Z</dcterms:modified>
  <cp:category/>
</cp:coreProperties>
</file>